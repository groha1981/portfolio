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7B417-4ADF-4BB1-857C-4C2FC88DB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1FBE3D7-EAA7-404B-8E88-192234783E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5EEE86-AF63-4514-80C3-D0DC95444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41D3FE-0637-4077-AB35-B645C686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A39A7F-700E-49C3-A9D1-2D375566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797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7ED803-F26F-418F-ACCD-9CA7DDBA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CA755A-19BC-4F35-9C54-C2E34B0C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9C287B-EC1F-4294-A8E4-7D794DDA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E45E2A-69E0-4D12-B885-2F2B1DF8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50C34B-4453-44CB-9A0C-DC4FFB05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32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4C7018-41E9-44E1-8C03-DAE5E2227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7276DD-408B-4AC9-8503-9B100AF2E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77799D-7D88-45B1-9726-130AEC77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2892CD-2E31-4889-BCEF-BB7DF649E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984ACAE-1E73-4D76-9952-CCB9298C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535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734B4-33BD-4170-A9FC-AA4594CC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9F0C94-669F-41BB-806B-41DB22691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BFBE2F-46BA-4E84-9F15-C77BD230D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E11C24-04A0-40A1-B80A-DE62DE95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5B71C2-3B56-46CA-BBD7-2F83A0E8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8E1A2A-13CB-419C-AB65-AA431F45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62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4CD1C-6372-46E7-B310-B4E542233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27DBA-E4F6-4791-864E-F1A82393E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295A24-AC3D-4C51-ABBB-813BA825C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641F4BE-4336-485F-B320-057944CD0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6A99B52-E259-4835-9C2B-52163F5CCC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2A6ECF-BCCE-4E09-9640-C2956EBF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AA7DE6-EE31-41B8-BF98-3A346CBB9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8E2AC5-1EC3-417D-8088-BD1E965F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628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1C814-9775-489B-8952-E0761E7A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6316FB-71EF-4267-BDC9-378C41189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240A1A-9394-4153-BABA-72DF6CFF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07F070-BEC5-4580-BEAE-F4E2C2835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472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33BC7B-B921-4B9E-8F01-9CF5D62B4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6B32C7-9742-4C54-9257-C70F0BB9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C22B41-3034-48F3-BB37-5EB955E4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016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9BC8E6-FA75-4684-8667-A6798BE39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B607EE-BB42-4C7E-AE1C-613ACE44B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0035BF-107E-4D5D-9F44-A2BD093AD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EA7541-BC52-4926-9823-18063994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8AA33D-A9B3-4368-B638-7A5E7B78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DB5D0B3-15F0-42B1-A37F-E60ACF32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737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BEB4D-7B20-4356-9BBF-3C5C9B70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8FDFE9-FC55-4CE9-AE80-62E3C8748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3DB695-D58B-4F55-A158-66C768A42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C840DD-3103-4EF2-B1F2-096D638B0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C677FA-63DB-494F-9B77-B8A6A14C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40ACDF-30BE-4D04-954D-2CF02A3F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8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754451-0F8D-41B2-BE86-E48323C51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F40445B-7DE4-40BA-A162-DE793641B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FCD6AC-5C76-417D-BCC7-B343A0A9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50601B-A6B9-42E6-9BD0-7504A3C79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D3F1F7-E17F-4DDF-A18E-5EB1D56E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38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EEE59F4-8E9E-4829-87B3-C10D6D87F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947B10B-F778-414C-BB20-251C7A33F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0C2116-E662-4705-8AB2-61326018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9AB43-5593-4266-8661-A1FE1D5F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E74468-6E4B-4379-8432-A629BD97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141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92A192-3196-418E-8CAB-A8FBA2F0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683342-7662-483F-AEB5-28B5C10D4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90692E-A482-4076-BD58-310EE9DAC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5095E-6D76-4F03-BDF4-B5A6B1BCDDD5}" type="datetimeFigureOut">
              <a:rPr lang="ru-RU" smtClean="0"/>
              <a:t>18.10.2025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5B09A2-0D8D-4C4C-B4E8-1F86CA942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725B6E-02A8-4464-878F-CF60B45E6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DACC0-B419-44A4-876A-08728DB36E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76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9EAD55-9426-45D0-9585-99BA80831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3BE4C7E-9F78-48E1-8BEA-C5D7CE2D96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725686E-A975-44F9-8554-DB1A923CB532}"/>
              </a:ext>
            </a:extLst>
          </p:cNvPr>
          <p:cNvSpPr/>
          <p:nvPr/>
        </p:nvSpPr>
        <p:spPr>
          <a:xfrm>
            <a:off x="704850" y="958850"/>
            <a:ext cx="10782300" cy="1892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Исследование клиентов </a:t>
            </a:r>
            <a:r>
              <a:rPr lang="en-US" sz="4400" dirty="0">
                <a:solidFill>
                  <a:schemeClr val="bg1"/>
                </a:solidFill>
              </a:rPr>
              <a:t>Amazon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325749-FA65-4623-BC15-5EB36AA1C0E7}"/>
              </a:ext>
            </a:extLst>
          </p:cNvPr>
          <p:cNvSpPr/>
          <p:nvPr/>
        </p:nvSpPr>
        <p:spPr>
          <a:xfrm>
            <a:off x="7759700" y="4953000"/>
            <a:ext cx="4165600" cy="146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Исследование выполнил Селезнев Олег 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3649749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3E4072-88F5-4587-A15A-50A463730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3225"/>
            <a:ext cx="9867900" cy="478155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D7C601-43CD-4A4B-8DF0-50AEC14F54B6}"/>
              </a:ext>
            </a:extLst>
          </p:cNvPr>
          <p:cNvSpPr/>
          <p:nvPr/>
        </p:nvSpPr>
        <p:spPr>
          <a:xfrm>
            <a:off x="317500" y="392113"/>
            <a:ext cx="11061700" cy="1168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tx1"/>
                </a:solidFill>
              </a:rPr>
              <a:t>Большинство заказав из штата </a:t>
            </a:r>
            <a:r>
              <a:rPr lang="en-US" sz="2800" dirty="0">
                <a:solidFill>
                  <a:schemeClr val="tx1"/>
                </a:solidFill>
              </a:rPr>
              <a:t>California</a:t>
            </a:r>
            <a:endParaRPr lang="ru-RU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93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20C893-0FAA-426B-8CC5-6CF268E27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1508125"/>
            <a:ext cx="11458575" cy="534987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BB5F21-CA36-46A6-B8EA-0856EE8610F0}"/>
              </a:ext>
            </a:extLst>
          </p:cNvPr>
          <p:cNvSpPr/>
          <p:nvPr/>
        </p:nvSpPr>
        <p:spPr>
          <a:xfrm>
            <a:off x="292100" y="215900"/>
            <a:ext cx="11620500" cy="1155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tx1"/>
                </a:solidFill>
              </a:rPr>
              <a:t>Самый популярный товар </a:t>
            </a:r>
            <a:r>
              <a:rPr lang="en-US" sz="3200" dirty="0">
                <a:solidFill>
                  <a:schemeClr val="tx1"/>
                </a:solidFill>
              </a:rPr>
              <a:t>Easy-staple paper</a:t>
            </a:r>
            <a:endParaRPr lang="ru-RU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49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9EAD55-9426-45D0-9585-99BA80831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3BE4C7E-9F78-48E1-8BEA-C5D7CE2D96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725686E-A975-44F9-8554-DB1A923CB532}"/>
              </a:ext>
            </a:extLst>
          </p:cNvPr>
          <p:cNvSpPr/>
          <p:nvPr/>
        </p:nvSpPr>
        <p:spPr>
          <a:xfrm>
            <a:off x="704850" y="958850"/>
            <a:ext cx="10782300" cy="1892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Спасибо за внимание !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3325749-FA65-4623-BC15-5EB36AA1C0E7}"/>
              </a:ext>
            </a:extLst>
          </p:cNvPr>
          <p:cNvSpPr/>
          <p:nvPr/>
        </p:nvSpPr>
        <p:spPr>
          <a:xfrm>
            <a:off x="7759700" y="4953000"/>
            <a:ext cx="4165600" cy="146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Исследование выполнил Селезнев Олег 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22577710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37</Words>
  <Application>Microsoft Office PowerPoint</Application>
  <PresentationFormat>Широкоэкранный</PresentationFormat>
  <Paragraphs>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4</cp:revision>
  <dcterms:created xsi:type="dcterms:W3CDTF">2025-10-18T05:37:57Z</dcterms:created>
  <dcterms:modified xsi:type="dcterms:W3CDTF">2025-10-18T06:05:58Z</dcterms:modified>
</cp:coreProperties>
</file>