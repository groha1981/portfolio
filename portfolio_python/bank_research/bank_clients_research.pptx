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61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002EAF3-8401-4FB0-92FF-8FE0FA7089BD}">
          <p14:sldIdLst>
            <p14:sldId id="259"/>
            <p14:sldId id="256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1D6D7-E802-4935-B4D7-9F7E8D6B32D1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C8346-7F48-4BE0-8C23-B01E8F23CD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99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C8346-7F48-4BE0-8C23-B01E8F23CD4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42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C8346-7F48-4BE0-8C23-B01E8F23CD4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981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C8346-7F48-4BE0-8C23-B01E8F23CD4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73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6DF7D-392A-4209-97C1-639910934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777EB2-26C4-4E6F-9356-F3DB26CAB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B9048-1677-4097-9D14-218B1883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3B2E7B-BD5E-4F51-90E8-7B894A9B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AB89EE-32E4-419E-AFF0-6CBDB82A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9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DA8A6-8349-4F0C-99C3-C9A1DECD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8A17D-ACAC-4AA7-BFAF-EF03D6098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6FDE4E-3A63-48D2-B5B9-57C7A0C9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F0970-4D48-4D9E-81EE-F7160552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13D5D6-0F76-439D-9650-0B5583D2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49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3FAF6-234C-4084-B196-384812DF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5BFC5-8505-4D3A-A5F9-E6473776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FFE08-1B59-4ABC-A43D-E9E73299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72CB57-26AE-49FA-AD1D-411741AB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571AB8-A9B7-4C22-9CE1-2FA4C539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67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4649B-8677-4352-8E9E-BCA054D4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3B0D6-E025-4730-9490-C2DB763A3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52FCBF-0A31-4006-A32A-744CE4E57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A3C162-74DF-46BF-ADFE-C6A4B349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8D220C-3E71-4475-B669-683469BC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10F2F1-8E43-48E7-B0B5-995492A0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69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0B103-91F1-4A0E-8360-8353F253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06029-B37C-4CF3-8C49-C0AE035E5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54C7F9-03EC-4FC3-8D77-21EA2D28F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889505-B16D-4670-9998-33BCA5D7B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50D767-6AF3-4C4A-83D4-2B693B7CC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0685BD-7721-4E40-8214-64530BB6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4BF461-3B74-455B-BF95-FF5ACBB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63FA23-D0BC-4400-815E-2333369C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324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1890D-EBBB-43C2-8434-89FBE8EB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59BD49-BAF1-44A9-9D71-44819775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3A75C2-D0A2-4AC7-A119-0796A1FA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D14299-1DF8-4A2E-8684-3FD3CB49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453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D829FF-22E4-42AA-B445-3CE59D73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5877A23-D5F0-4D84-82CB-D1D0AF97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1987-9F4E-4C06-87D7-66658137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ED816-EFFA-4CDF-AA48-F2CC572F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C7E376-3442-43F8-A01B-6BB30E14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679015-A00F-4490-995F-A96EF148D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86371F-C002-4A2B-88F3-1DD3C453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03FA83-8C5D-4C89-8E21-84C3E633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68A496-1FD9-48B9-97FB-40EEF41F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2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77923-BD70-40DE-98D2-5157F947E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71DD49-E978-434B-B72A-EB9FD0D21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4ACECC-70FF-4804-B076-3C37ACA9F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8D5955-A76C-4045-8A1E-732DFAB7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D158D2-B096-4E76-8E8B-C6F7134A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56450-0CC0-42AE-8403-C8F78895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15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63F45-3935-4AF2-AF2C-46E1636F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B28FAD-0426-4256-B875-035B39F4E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41E481-B200-4C8F-B8B6-47666AD2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079564-B9A0-4DBC-8AE1-3C0F0376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A9D0B0-9C54-4232-B406-DD8D1802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31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1D6EBD-2A2D-4A2A-BD1B-46FBFB1B6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91C12B-CEA7-450B-9A04-E1734EC09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2DFB6-994E-4F40-87C1-930E0990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07B83C-024C-48C7-A1D0-55FF62BF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A66C2-7BA2-4F8F-A710-8CE90090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56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59BAD-B316-412F-A8D0-63E0CD9A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AE9DEB-75AE-40B8-932B-099B852D9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CFDBD-475B-49FC-B021-50130E5CF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6C8EF-1A7E-4EF9-97DA-38FC2631C53B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7BB1E-80C5-445B-A872-E31747BB7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61FD76-F852-4013-B356-44922455A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6A7D-5319-4C2D-A865-27D0C13FF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5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4B0F-3E7C-4E2C-BAE9-55DE7F55F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476443" y="-2636081"/>
            <a:ext cx="39144883" cy="1023257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BB28A4-04BB-4C58-812F-26145E29F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8" name="Picture 4" descr="200+] Bank Backgrounds | Wallpapers.com">
            <a:extLst>
              <a:ext uri="{FF2B5EF4-FFF2-40B4-BE49-F238E27FC236}">
                <a16:creationId xmlns:a16="http://schemas.microsoft.com/office/drawing/2014/main" id="{900C0F3F-FFB7-44E3-B59C-D41DB7DE6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95D12-403F-450D-BB0C-45AB6C3D7691}"/>
              </a:ext>
            </a:extLst>
          </p:cNvPr>
          <p:cNvSpPr/>
          <p:nvPr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F68DA3-58B1-43FF-8A9F-E51E75719451}"/>
              </a:ext>
            </a:extLst>
          </p:cNvPr>
          <p:cNvSpPr/>
          <p:nvPr/>
        </p:nvSpPr>
        <p:spPr>
          <a:xfrm>
            <a:off x="285747" y="1162050"/>
            <a:ext cx="11906250" cy="209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latin typeface="Book Antiqua" panose="02040602050305030304" pitchFamily="18" charset="0"/>
              </a:rPr>
              <a:t>Исследование банковских клиентов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A79C21-137C-43BC-9CB2-CBDF67A2FB2F}"/>
              </a:ext>
            </a:extLst>
          </p:cNvPr>
          <p:cNvSpPr/>
          <p:nvPr/>
        </p:nvSpPr>
        <p:spPr>
          <a:xfrm>
            <a:off x="7962899" y="5181600"/>
            <a:ext cx="4124325" cy="1562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Селезнёв Олег </a:t>
            </a:r>
          </a:p>
          <a:p>
            <a:pPr algn="ctr"/>
            <a:r>
              <a:rPr lang="ru-RU" dirty="0"/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21654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4B0F-3E7C-4E2C-BAE9-55DE7F55F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BB28A4-04BB-4C58-812F-26145E29F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1299FB-6DC0-4914-BFC1-A0A8D8852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009650"/>
            <a:ext cx="11325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AD28F9-5C7E-44D3-B695-9A42DED28B52}"/>
              </a:ext>
            </a:extLst>
          </p:cNvPr>
          <p:cNvSpPr/>
          <p:nvPr/>
        </p:nvSpPr>
        <p:spPr>
          <a:xfrm>
            <a:off x="252413" y="161925"/>
            <a:ext cx="11606212" cy="868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Основной объём клиентов из </a:t>
            </a:r>
            <a:r>
              <a:rPr lang="en-US" sz="2000" dirty="0">
                <a:solidFill>
                  <a:schemeClr val="tx1"/>
                </a:solidFill>
              </a:rPr>
              <a:t>Mumbai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20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99CE453-AEB9-41C0-A2D9-7B7D0884B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25613"/>
            <a:ext cx="11125200" cy="486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35599B-F1D5-4C67-AC91-F215C551F0C6}"/>
              </a:ext>
            </a:extLst>
          </p:cNvPr>
          <p:cNvSpPr/>
          <p:nvPr/>
        </p:nvSpPr>
        <p:spPr>
          <a:xfrm>
            <a:off x="533400" y="355600"/>
            <a:ext cx="109220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Самая платёжеспособная возрастная группа находиться в возрастном </a:t>
            </a:r>
            <a:r>
              <a:rPr lang="ru-RU" sz="2000" dirty="0" err="1">
                <a:solidFill>
                  <a:schemeClr val="tx1"/>
                </a:solidFill>
              </a:rPr>
              <a:t>диапозоне</a:t>
            </a:r>
            <a:r>
              <a:rPr lang="ru-RU" sz="2000" dirty="0">
                <a:solidFill>
                  <a:schemeClr val="tx1"/>
                </a:solidFill>
              </a:rPr>
              <a:t> от 35 до 45 лет</a:t>
            </a:r>
          </a:p>
        </p:txBody>
      </p:sp>
    </p:spTree>
    <p:extLst>
      <p:ext uri="{BB962C8B-B14F-4D97-AF65-F5344CB8AC3E}">
        <p14:creationId xmlns:p14="http://schemas.microsoft.com/office/powerpoint/2010/main" val="201768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4B0F-3E7C-4E2C-BAE9-55DE7F55F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476443" y="-2636081"/>
            <a:ext cx="39144883" cy="1023257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BB28A4-04BB-4C58-812F-26145E29F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8" name="Picture 4" descr="200+] Bank Backgrounds | Wallpapers.com">
            <a:extLst>
              <a:ext uri="{FF2B5EF4-FFF2-40B4-BE49-F238E27FC236}">
                <a16:creationId xmlns:a16="http://schemas.microsoft.com/office/drawing/2014/main" id="{900C0F3F-FFB7-44E3-B59C-D41DB7DE6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95D12-403F-450D-BB0C-45AB6C3D7691}"/>
              </a:ext>
            </a:extLst>
          </p:cNvPr>
          <p:cNvSpPr/>
          <p:nvPr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F68DA3-58B1-43FF-8A9F-E51E75719451}"/>
              </a:ext>
            </a:extLst>
          </p:cNvPr>
          <p:cNvSpPr/>
          <p:nvPr/>
        </p:nvSpPr>
        <p:spPr>
          <a:xfrm>
            <a:off x="285747" y="1162050"/>
            <a:ext cx="11906250" cy="209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latin typeface="Book Antiqua" panose="02040602050305030304" pitchFamily="18" charset="0"/>
              </a:rPr>
              <a:t>Спасибо за внимание!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A79C21-137C-43BC-9CB2-CBDF67A2FB2F}"/>
              </a:ext>
            </a:extLst>
          </p:cNvPr>
          <p:cNvSpPr/>
          <p:nvPr/>
        </p:nvSpPr>
        <p:spPr>
          <a:xfrm>
            <a:off x="7962899" y="5181600"/>
            <a:ext cx="4124325" cy="1562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Селезнёв Олег </a:t>
            </a:r>
          </a:p>
          <a:p>
            <a:pPr algn="ctr"/>
            <a:r>
              <a:rPr lang="ru-RU" dirty="0"/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6362849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48</Words>
  <Application>Microsoft Office PowerPoint</Application>
  <PresentationFormat>Широкоэкранный</PresentationFormat>
  <Paragraphs>11</Paragraphs>
  <Slides>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Book Antiqua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7</cp:revision>
  <dcterms:created xsi:type="dcterms:W3CDTF">2025-10-12T18:09:28Z</dcterms:created>
  <dcterms:modified xsi:type="dcterms:W3CDTF">2025-10-18T05:28:32Z</dcterms:modified>
</cp:coreProperties>
</file>