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E0280-916A-4A19-BC04-E1A836CCD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FBBABE-4071-4F91-94AB-10EBB769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7DAFA8-8719-4D46-AE5F-7885D9DA0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4EBAD9-4114-4AAA-8A05-E9F60EF8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2B38B1-0BC7-46D9-AADB-E7887382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10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B6CA1-85AE-4D07-86CD-246C9E37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30AF79-77C6-47A1-8966-67D0B1CEF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A2C5BC-C604-467F-A3CD-36C04ABA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DAA25C-A20D-4D99-8C2D-D9E34F8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AEDDC7-9E49-47DB-A39C-B450BC67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038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77782-384B-42F4-B278-F798A2A9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D0BB4D-D332-46C6-8648-59350E75A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D05BE6-83F0-4162-B851-28E1CB56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F1C3A0-8864-47C5-BD5F-1075AB23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2D4C95-756E-441B-8774-320F7E6C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8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2E828A-6BC8-4452-99C3-F5EE03C6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40C83E-0A82-4655-B79E-16957AD55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81FE17-DCE9-42F4-9951-09D3A70B4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F241AE-C0CD-4F71-A753-EC29486C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048700-BD36-4344-B30E-D428CE97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85D31A-95CC-4F27-BA70-6DE97BA39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03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0DD04-D13A-4A2D-9072-980E063CA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20ED51-8A2F-4B00-BCA5-D1E3F23F0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C88F11-E363-405E-B417-6B09F595B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4D351D-28C1-46E0-9475-C30981FAA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9029902-90BF-4D00-A16E-B3F61BF52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436FD7B-5C30-46F7-AD3C-F5A60660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5E22E7E-F22E-4558-9D0D-076649C19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3491FEF-21DD-44CD-AC24-876149A2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9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7BD8E-0C30-4CB4-82FD-5CD69304C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35F559-50D3-4AD8-BE65-9805A93A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B05A2E4-23CC-40A7-9039-4AF82CCA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D20F0B-AA8B-4E51-939E-10D41AB2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48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7FD88B1-1B6E-4BE3-A0F0-0D4DE150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AA5B60-E148-4259-9320-6820AC56B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B90CEC-B5D0-44C4-88EA-E81C4C9C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14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D584F-9925-498C-8A72-7E8BFDBD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335ECB-2801-4284-952C-1E1AA8B9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88E82A-23E8-4DC3-A307-6EC15B426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B57AD7-E655-414A-9A5B-DB5EE01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97FD81-D7D5-4630-AD9A-1078E9EE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F4BDC2-4984-4FBA-A0D0-44835BC1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8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B88EE-8F5C-4AF6-B25E-AC7D6872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A4B928-BC8D-4EEA-B897-3C2367AB9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F55DAD-E1D0-40E8-8767-A52A7C0DC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97261E-7511-4324-8C61-564FD86FB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49BF3F-3AE3-4814-B279-891AC34E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F7DFAA-66D9-43D0-BE24-D1880276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38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A44BA-86F0-4A95-A32E-F0E5D55F6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6666B-9030-4DE8-BEAD-F7A58ABAC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43163A-A2A1-476B-A64A-8DB3465FF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581B2D-842A-4F8A-803C-45365C49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2D6884-5F11-49C4-A795-D0A0CC88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0216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43917B0-564B-4BB2-ADC9-A4720A7A7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3CA8D-51DE-43E6-993B-0402BD9AA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1FBED5-BA1A-4B45-9127-42A05787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305289-C2CD-4FB8-A6A8-CF76262C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665B13-9B01-4594-B030-3155EA23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93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8AAE49-3B3F-45A6-8E2E-71B93A96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CDB526-31EA-4E92-BE01-C6D447869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4CF4B0-1475-4EED-AE4F-F18143F58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437B3-0721-45A7-B9FD-A223A9EA46EE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545BED-D44E-4397-AF60-A7BB153BD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9C9D9C-5A32-4C33-AA32-7156F0002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74E8D-4B47-4500-8527-E93B084EF2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01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A878C5-7DDC-4CDF-8210-4C9C6FA04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3CA03D2-BA66-4F5E-9D35-E42F1E338D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29C1ED-35F3-46F8-9C10-336A4977A3E5}"/>
              </a:ext>
            </a:extLst>
          </p:cNvPr>
          <p:cNvSpPr/>
          <p:nvPr/>
        </p:nvSpPr>
        <p:spPr>
          <a:xfrm>
            <a:off x="774700" y="812800"/>
            <a:ext cx="10566400" cy="2044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Исследование клиентов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Amazon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27B345-37EC-486F-AAAC-085BFE86B4A9}"/>
              </a:ext>
            </a:extLst>
          </p:cNvPr>
          <p:cNvSpPr/>
          <p:nvPr/>
        </p:nvSpPr>
        <p:spPr>
          <a:xfrm>
            <a:off x="7378700" y="5003800"/>
            <a:ext cx="4165600" cy="1460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Исследование выполнил Селезнев Олег 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1451815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6CF8015-0CB8-4922-A632-09057F35C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841500"/>
            <a:ext cx="101092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B84BB4A-A348-4995-A968-44A2DC2D61D2}"/>
              </a:ext>
            </a:extLst>
          </p:cNvPr>
          <p:cNvSpPr/>
          <p:nvPr/>
        </p:nvSpPr>
        <p:spPr>
          <a:xfrm>
            <a:off x="177800" y="457200"/>
            <a:ext cx="11150600" cy="121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Наибольшей популярностью пользуется подписка </a:t>
            </a:r>
            <a:r>
              <a:rPr lang="en-US" sz="2400" dirty="0">
                <a:solidFill>
                  <a:schemeClr val="tx1"/>
                </a:solidFill>
              </a:rPr>
              <a:t>Basic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57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1355315-38EB-449F-9518-52938F04D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1447548"/>
            <a:ext cx="10883900" cy="521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F21852-048B-473A-B1AD-62D44E65AE23}"/>
              </a:ext>
            </a:extLst>
          </p:cNvPr>
          <p:cNvSpPr/>
          <p:nvPr/>
        </p:nvSpPr>
        <p:spPr>
          <a:xfrm>
            <a:off x="88900" y="355348"/>
            <a:ext cx="11544300" cy="109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Больше всего пользователей сервисом находятся в </a:t>
            </a:r>
            <a:r>
              <a:rPr lang="en-US" sz="2800" dirty="0">
                <a:solidFill>
                  <a:schemeClr val="tx1"/>
                </a:solidFill>
              </a:rPr>
              <a:t>USA </a:t>
            </a:r>
            <a:r>
              <a:rPr lang="ru-RU" sz="2800" dirty="0">
                <a:solidFill>
                  <a:schemeClr val="tx1"/>
                </a:solidFill>
              </a:rPr>
              <a:t>и </a:t>
            </a:r>
            <a:r>
              <a:rPr lang="en-US" sz="2800" dirty="0">
                <a:solidFill>
                  <a:schemeClr val="tx1"/>
                </a:solidFill>
              </a:rPr>
              <a:t>Spain</a:t>
            </a:r>
            <a:endParaRPr lang="ru-R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1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A878C5-7DDC-4CDF-8210-4C9C6FA04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3CA03D2-BA66-4F5E-9D35-E42F1E338D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29C1ED-35F3-46F8-9C10-336A4977A3E5}"/>
              </a:ext>
            </a:extLst>
          </p:cNvPr>
          <p:cNvSpPr/>
          <p:nvPr/>
        </p:nvSpPr>
        <p:spPr>
          <a:xfrm>
            <a:off x="419100" y="1479550"/>
            <a:ext cx="10566400" cy="2044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solidFill>
                  <a:prstClr val="white"/>
                </a:solidFill>
                <a:latin typeface="Calibri" panose="020F0502020204030204"/>
              </a:rPr>
              <a:t>Спасибо за внимание !</a:t>
            </a:r>
            <a:endParaRPr kumimoji="0" lang="ru-RU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27B345-37EC-486F-AAAC-085BFE86B4A9}"/>
              </a:ext>
            </a:extLst>
          </p:cNvPr>
          <p:cNvSpPr/>
          <p:nvPr/>
        </p:nvSpPr>
        <p:spPr>
          <a:xfrm>
            <a:off x="7378700" y="5003800"/>
            <a:ext cx="4165600" cy="1460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Исследование выполнил Селезнев Олег 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40102609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</Words>
  <Application>Microsoft Office PowerPoint</Application>
  <PresentationFormat>Широкоэкранный</PresentationFormat>
  <Paragraphs>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</cp:revision>
  <dcterms:created xsi:type="dcterms:W3CDTF">2025-10-18T06:09:30Z</dcterms:created>
  <dcterms:modified xsi:type="dcterms:W3CDTF">2025-10-18T06:25:32Z</dcterms:modified>
</cp:coreProperties>
</file>